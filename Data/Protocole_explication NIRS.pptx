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1161" r:id="rId5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2865A3-D3DE-E92C-49D4-AAD35B32713C}" v="50" dt="2026-01-25T14:29:39.718"/>
    <p1510:client id="{99AB9B75-7D21-0743-7E25-18A0020E287C}" v="1" dt="2026-01-25T15:00:13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ca353ed9c947abe" providerId="LiveId" clId="{19B27D66-13CA-432B-9747-43B8D020CCE9}"/>
    <pc:docChg chg="custSel delSld modSld">
      <pc:chgData name="" userId="3ca353ed9c947abe" providerId="LiveId" clId="{19B27D66-13CA-432B-9747-43B8D020CCE9}" dt="2024-10-14T14:53:14.598" v="294" actId="2696"/>
      <pc:docMkLst>
        <pc:docMk/>
      </pc:docMkLst>
      <pc:sldChg chg="del">
        <pc:chgData name="" userId="3ca353ed9c947abe" providerId="LiveId" clId="{19B27D66-13CA-432B-9747-43B8D020CCE9}" dt="2024-10-14T14:53:14.598" v="294" actId="2696"/>
        <pc:sldMkLst>
          <pc:docMk/>
          <pc:sldMk cId="2507786581" sldId="256"/>
        </pc:sldMkLst>
      </pc:sldChg>
      <pc:sldChg chg="addSp delSp modSp">
        <pc:chgData name="" userId="3ca353ed9c947abe" providerId="LiveId" clId="{19B27D66-13CA-432B-9747-43B8D020CCE9}" dt="2024-10-14T14:53:05.669" v="293" actId="1582"/>
        <pc:sldMkLst>
          <pc:docMk/>
          <pc:sldMk cId="735714674" sldId="1161"/>
        </pc:sldMkLst>
        <pc:spChg chg="mod">
          <ac:chgData name="" userId="3ca353ed9c947abe" providerId="LiveId" clId="{19B27D66-13CA-432B-9747-43B8D020CCE9}" dt="2024-10-14T14:51:56.355" v="177" actId="404"/>
          <ac:spMkLst>
            <pc:docMk/>
            <pc:sldMk cId="735714674" sldId="1161"/>
            <ac:spMk id="62" creationId="{EF044137-CE48-4693-8496-75F02DDF480F}"/>
          </ac:spMkLst>
        </pc:spChg>
        <pc:spChg chg="add mod">
          <ac:chgData name="" userId="3ca353ed9c947abe" providerId="LiveId" clId="{19B27D66-13CA-432B-9747-43B8D020CCE9}" dt="2024-10-14T14:49:50.812" v="62" actId="20577"/>
          <ac:spMkLst>
            <pc:docMk/>
            <pc:sldMk cId="735714674" sldId="1161"/>
            <ac:spMk id="63" creationId="{A672DD16-1524-4479-AFFA-98827771C6C5}"/>
          </ac:spMkLst>
        </pc:spChg>
        <pc:spChg chg="add del mod">
          <ac:chgData name="" userId="3ca353ed9c947abe" providerId="LiveId" clId="{19B27D66-13CA-432B-9747-43B8D020CCE9}" dt="2024-10-14T14:51:36.158" v="114" actId="478"/>
          <ac:spMkLst>
            <pc:docMk/>
            <pc:sldMk cId="735714674" sldId="1161"/>
            <ac:spMk id="65" creationId="{B701D1F7-CBA0-4F80-B3D4-33F818F20E7C}"/>
          </ac:spMkLst>
        </pc:spChg>
        <pc:spChg chg="add mod">
          <ac:chgData name="" userId="3ca353ed9c947abe" providerId="LiveId" clId="{19B27D66-13CA-432B-9747-43B8D020CCE9}" dt="2024-10-14T14:49:38.127" v="43" actId="20577"/>
          <ac:spMkLst>
            <pc:docMk/>
            <pc:sldMk cId="735714674" sldId="1161"/>
            <ac:spMk id="112" creationId="{475CD5DB-6471-40BC-8A32-83357C27D8A5}"/>
          </ac:spMkLst>
        </pc:spChg>
        <pc:spChg chg="add mod">
          <ac:chgData name="" userId="3ca353ed9c947abe" providerId="LiveId" clId="{19B27D66-13CA-432B-9747-43B8D020CCE9}" dt="2024-10-14T14:52:39.272" v="262" actId="1076"/>
          <ac:spMkLst>
            <pc:docMk/>
            <pc:sldMk cId="735714674" sldId="1161"/>
            <ac:spMk id="113" creationId="{5EEC33AA-6BA7-4554-9D49-309510BFDA78}"/>
          </ac:spMkLst>
        </pc:spChg>
        <pc:spChg chg="add mod">
          <ac:chgData name="" userId="3ca353ed9c947abe" providerId="LiveId" clId="{19B27D66-13CA-432B-9747-43B8D020CCE9}" dt="2024-10-14T14:52:39.272" v="262" actId="1076"/>
          <ac:spMkLst>
            <pc:docMk/>
            <pc:sldMk cId="735714674" sldId="1161"/>
            <ac:spMk id="114" creationId="{42F59DF4-AB9C-4966-9EAF-4F1F7E5E2581}"/>
          </ac:spMkLst>
        </pc:spChg>
        <pc:spChg chg="add mod">
          <ac:chgData name="" userId="3ca353ed9c947abe" providerId="LiveId" clId="{19B27D66-13CA-432B-9747-43B8D020CCE9}" dt="2024-10-14T14:52:39.272" v="262" actId="1076"/>
          <ac:spMkLst>
            <pc:docMk/>
            <pc:sldMk cId="735714674" sldId="1161"/>
            <ac:spMk id="115" creationId="{BB2E9CC4-A57F-4939-A141-7643D6256820}"/>
          </ac:spMkLst>
        </pc:spChg>
        <pc:spChg chg="add mod">
          <ac:chgData name="" userId="3ca353ed9c947abe" providerId="LiveId" clId="{19B27D66-13CA-432B-9747-43B8D020CCE9}" dt="2024-10-14T14:52:39.272" v="262" actId="1076"/>
          <ac:spMkLst>
            <pc:docMk/>
            <pc:sldMk cId="735714674" sldId="1161"/>
            <ac:spMk id="116" creationId="{ED213132-4D71-4AD2-ABD4-E7A205856FA9}"/>
          </ac:spMkLst>
        </pc:spChg>
        <pc:spChg chg="add mod">
          <ac:chgData name="" userId="3ca353ed9c947abe" providerId="LiveId" clId="{19B27D66-13CA-432B-9747-43B8D020CCE9}" dt="2024-10-14T14:52:39.272" v="262" actId="1076"/>
          <ac:spMkLst>
            <pc:docMk/>
            <pc:sldMk cId="735714674" sldId="1161"/>
            <ac:spMk id="117" creationId="{409B54DC-C93B-4871-8C58-F17321182267}"/>
          </ac:spMkLst>
        </pc:spChg>
        <pc:spChg chg="add mod">
          <ac:chgData name="" userId="3ca353ed9c947abe" providerId="LiveId" clId="{19B27D66-13CA-432B-9747-43B8D020CCE9}" dt="2024-10-14T14:52:39.272" v="262" actId="1076"/>
          <ac:spMkLst>
            <pc:docMk/>
            <pc:sldMk cId="735714674" sldId="1161"/>
            <ac:spMk id="118" creationId="{403F2B6B-EEF0-44EE-B7BE-BE069C127A7F}"/>
          </ac:spMkLst>
        </pc:spChg>
        <pc:spChg chg="add mod">
          <ac:chgData name="" userId="3ca353ed9c947abe" providerId="LiveId" clId="{19B27D66-13CA-432B-9747-43B8D020CCE9}" dt="2024-10-14T14:52:56.216" v="291" actId="1076"/>
          <ac:spMkLst>
            <pc:docMk/>
            <pc:sldMk cId="735714674" sldId="1161"/>
            <ac:spMk id="139" creationId="{01141BDF-C946-4929-80AC-998CC01C6103}"/>
          </ac:spMkLst>
        </pc:spChg>
        <pc:cxnChg chg="add mod">
          <ac:chgData name="" userId="3ca353ed9c947abe" providerId="LiveId" clId="{19B27D66-13CA-432B-9747-43B8D020CCE9}" dt="2024-10-14T14:53:05.669" v="293" actId="1582"/>
          <ac:cxnSpMkLst>
            <pc:docMk/>
            <pc:sldMk cId="735714674" sldId="1161"/>
            <ac:cxnSpMk id="67" creationId="{89AB80E7-9E9F-4E5F-90C7-7AAA4539542D}"/>
          </ac:cxnSpMkLst>
        </pc:cxnChg>
        <pc:cxnChg chg="add mod">
          <ac:chgData name="" userId="3ca353ed9c947abe" providerId="LiveId" clId="{19B27D66-13CA-432B-9747-43B8D020CCE9}" dt="2024-10-14T14:49:30.508" v="34" actId="14100"/>
          <ac:cxnSpMkLst>
            <pc:docMk/>
            <pc:sldMk cId="735714674" sldId="1161"/>
            <ac:cxnSpMk id="109" creationId="{E4E986C3-E0EE-497F-8510-857BED1715F0}"/>
          </ac:cxnSpMkLst>
        </pc:cxnChg>
      </pc:sldChg>
    </pc:docChg>
  </pc:docChgLst>
  <pc:docChgLst>
    <pc:chgData name="Floran Hemmer" userId="S::e82274u@etu.univ-lorraine.fr::ad69e9fd-3da6-4201-86a0-75326e153911" providerId="AD" clId="Web-{99AB9B75-7D21-0743-7E25-18A0020E287C}"/>
    <pc:docChg chg="delSld">
      <pc:chgData name="Floran Hemmer" userId="S::e82274u@etu.univ-lorraine.fr::ad69e9fd-3da6-4201-86a0-75326e153911" providerId="AD" clId="Web-{99AB9B75-7D21-0743-7E25-18A0020E287C}" dt="2026-01-25T15:00:13.050" v="0"/>
      <pc:docMkLst>
        <pc:docMk/>
      </pc:docMkLst>
      <pc:sldChg chg="del">
        <pc:chgData name="Floran Hemmer" userId="S::e82274u@etu.univ-lorraine.fr::ad69e9fd-3da6-4201-86a0-75326e153911" providerId="AD" clId="Web-{99AB9B75-7D21-0743-7E25-18A0020E287C}" dt="2026-01-25T15:00:13.050" v="0"/>
        <pc:sldMkLst>
          <pc:docMk/>
          <pc:sldMk cId="4173040554" sldId="1162"/>
        </pc:sldMkLst>
      </pc:sldChg>
    </pc:docChg>
  </pc:docChgLst>
  <pc:docChgLst>
    <pc:chgData name="Floran Hemmer" userId="S::e82274u@etu.univ-lorraine.fr::ad69e9fd-3da6-4201-86a0-75326e153911" providerId="AD" clId="Web-{832865A3-D3DE-E92C-49D4-AAD35B32713C}"/>
    <pc:docChg chg="addSld modSld">
      <pc:chgData name="Floran Hemmer" userId="S::e82274u@etu.univ-lorraine.fr::ad69e9fd-3da6-4201-86a0-75326e153911" providerId="AD" clId="Web-{832865A3-D3DE-E92C-49D4-AAD35B32713C}" dt="2026-01-25T14:29:39.718" v="46"/>
      <pc:docMkLst>
        <pc:docMk/>
      </pc:docMkLst>
      <pc:sldChg chg="addSp delSp modSp add replId">
        <pc:chgData name="Floran Hemmer" userId="S::e82274u@etu.univ-lorraine.fr::ad69e9fd-3da6-4201-86a0-75326e153911" providerId="AD" clId="Web-{832865A3-D3DE-E92C-49D4-AAD35B32713C}" dt="2026-01-25T14:29:39.718" v="46"/>
        <pc:sldMkLst>
          <pc:docMk/>
          <pc:sldMk cId="4173040554" sldId="1162"/>
        </pc:sldMkLst>
        <pc:spChg chg="add del">
          <ac:chgData name="Floran Hemmer" userId="S::e82274u@etu.univ-lorraine.fr::ad69e9fd-3da6-4201-86a0-75326e153911" providerId="AD" clId="Web-{832865A3-D3DE-E92C-49D4-AAD35B32713C}" dt="2026-01-25T14:29:10.044" v="40"/>
          <ac:spMkLst>
            <pc:docMk/>
            <pc:sldMk cId="4173040554" sldId="1162"/>
            <ac:spMk id="46" creationId="{01CF68E7-28B8-F7E9-63AB-8CEDDD5CAE7A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8.669" v="36"/>
          <ac:spMkLst>
            <pc:docMk/>
            <pc:sldMk cId="4173040554" sldId="1162"/>
            <ac:spMk id="47" creationId="{CD7B5F14-B366-7782-3BED-B151FFBBE9B1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7.419" v="33"/>
          <ac:spMkLst>
            <pc:docMk/>
            <pc:sldMk cId="4173040554" sldId="1162"/>
            <ac:spMk id="48" creationId="{1BAA4B7D-6C59-F84D-B218-CD44494B0519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4.950" v="28"/>
          <ac:spMkLst>
            <pc:docMk/>
            <pc:sldMk cId="4173040554" sldId="1162"/>
            <ac:spMk id="49" creationId="{7DDF8EA7-3B9A-57C1-8FCE-C504967C427C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3.575" v="25"/>
          <ac:spMkLst>
            <pc:docMk/>
            <pc:sldMk cId="4173040554" sldId="1162"/>
            <ac:spMk id="50" creationId="{B881415C-A200-A08B-1239-90DD70156939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8.247" v="35"/>
          <ac:spMkLst>
            <pc:docMk/>
            <pc:sldMk cId="4173040554" sldId="1162"/>
            <ac:spMk id="51" creationId="{CFBB4CBB-1B80-E17F-7409-1B2BE3FE5916}"/>
          </ac:spMkLst>
        </pc:spChg>
        <pc:spChg chg="add del mod">
          <ac:chgData name="Floran Hemmer" userId="S::e82274u@etu.univ-lorraine.fr::ad69e9fd-3da6-4201-86a0-75326e153911" providerId="AD" clId="Web-{832865A3-D3DE-E92C-49D4-AAD35B32713C}" dt="2026-01-25T14:29:09.950" v="39" actId="20577"/>
          <ac:spMkLst>
            <pc:docMk/>
            <pc:sldMk cId="4173040554" sldId="1162"/>
            <ac:spMk id="52" creationId="{78AEB1F2-A1EE-8A57-33FE-29B784AD76F0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5.341" v="29"/>
          <ac:spMkLst>
            <pc:docMk/>
            <pc:sldMk cId="4173040554" sldId="1162"/>
            <ac:spMk id="53" creationId="{72E58610-F5A6-1613-D07F-5FB5C2D52384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4.528" v="27"/>
          <ac:spMkLst>
            <pc:docMk/>
            <pc:sldMk cId="4173040554" sldId="1162"/>
            <ac:spMk id="54" creationId="{573103BA-3169-438A-6059-8C5A4522BFC5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4.153" v="26"/>
          <ac:spMkLst>
            <pc:docMk/>
            <pc:sldMk cId="4173040554" sldId="1162"/>
            <ac:spMk id="55" creationId="{F9328FEB-80AF-8705-CFA0-610FA04D9E6B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9.091" v="37"/>
          <ac:spMkLst>
            <pc:docMk/>
            <pc:sldMk cId="4173040554" sldId="1162"/>
            <ac:spMk id="56" creationId="{4024E848-83EE-E1CE-C39B-4EAF57FAE7E5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3.200" v="24"/>
          <ac:spMkLst>
            <pc:docMk/>
            <pc:sldMk cId="4173040554" sldId="1162"/>
            <ac:spMk id="57" creationId="{B8B9108A-53F9-364E-DE97-F7D696F359D2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2.840" v="23"/>
          <ac:spMkLst>
            <pc:docMk/>
            <pc:sldMk cId="4173040554" sldId="1162"/>
            <ac:spMk id="58" creationId="{73AA9DA8-6E52-4975-D4B0-C202C555BAAD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2.231" v="22"/>
          <ac:spMkLst>
            <pc:docMk/>
            <pc:sldMk cId="4173040554" sldId="1162"/>
            <ac:spMk id="59" creationId="{5763B220-EBE2-3D2C-CCE2-7DF9D12AB108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7.809" v="34"/>
          <ac:spMkLst>
            <pc:docMk/>
            <pc:sldMk cId="4173040554" sldId="1162"/>
            <ac:spMk id="60" creationId="{002E6F5B-A799-9F38-94FA-20905C261B49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11.200" v="43"/>
          <ac:spMkLst>
            <pc:docMk/>
            <pc:sldMk cId="4173040554" sldId="1162"/>
            <ac:spMk id="63" creationId="{6A15D05A-65B3-764D-F4AD-0D35898CB956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6.778" v="32"/>
          <ac:spMkLst>
            <pc:docMk/>
            <pc:sldMk cId="4173040554" sldId="1162"/>
            <ac:spMk id="121" creationId="{928AA04C-7262-6833-20EC-08D5B414D025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6.387" v="31"/>
          <ac:spMkLst>
            <pc:docMk/>
            <pc:sldMk cId="4173040554" sldId="1162"/>
            <ac:spMk id="122" creationId="{0D2A2803-EC16-CC95-1417-878D3A77FA17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05.762" v="30"/>
          <ac:spMkLst>
            <pc:docMk/>
            <pc:sldMk cId="4173040554" sldId="1162"/>
            <ac:spMk id="123" creationId="{3FAE310B-348A-B954-0B76-609D848B4D7D}"/>
          </ac:spMkLst>
        </pc:spChg>
        <pc:spChg chg="add del">
          <ac:chgData name="Floran Hemmer" userId="S::e82274u@etu.univ-lorraine.fr::ad69e9fd-3da6-4201-86a0-75326e153911" providerId="AD" clId="Web-{832865A3-D3DE-E92C-49D4-AAD35B32713C}" dt="2026-01-25T14:29:11.216" v="44"/>
          <ac:spMkLst>
            <pc:docMk/>
            <pc:sldMk cId="4173040554" sldId="1162"/>
            <ac:spMk id="138" creationId="{C9208F73-56E2-5FCB-95C1-3C2E151893A6}"/>
          </ac:spMkLst>
        </pc:spChg>
        <pc:spChg chg="del">
          <ac:chgData name="Floran Hemmer" userId="S::e82274u@etu.univ-lorraine.fr::ad69e9fd-3da6-4201-86a0-75326e153911" providerId="AD" clId="Web-{832865A3-D3DE-E92C-49D4-AAD35B32713C}" dt="2026-01-25T14:29:39.718" v="45"/>
          <ac:spMkLst>
            <pc:docMk/>
            <pc:sldMk cId="4173040554" sldId="1162"/>
            <ac:spMk id="139" creationId="{EBDD7B6D-BD27-7720-A527-30F51DA40D05}"/>
          </ac:spMkLst>
        </pc:spChg>
        <pc:cxnChg chg="del">
          <ac:chgData name="Floran Hemmer" userId="S::e82274u@etu.univ-lorraine.fr::ad69e9fd-3da6-4201-86a0-75326e153911" providerId="AD" clId="Web-{832865A3-D3DE-E92C-49D4-AAD35B32713C}" dt="2026-01-25T14:29:39.718" v="46"/>
          <ac:cxnSpMkLst>
            <pc:docMk/>
            <pc:sldMk cId="4173040554" sldId="1162"/>
            <ac:cxnSpMk id="67" creationId="{25D88662-30B5-DF32-AD9F-EE2A13CD7D2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D33E6-5FD1-44E1-90A7-CD5EFEAA7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2FC92B-E0D7-4389-B49F-1DB679715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AU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E28496-2E11-407D-9E51-E617AA864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1C68C7-29DB-4C48-ADED-F628D580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56111B-4A93-4960-8343-1836E3F0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12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8A8FC-496B-4955-9ADE-B8560FD5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850942-D423-4441-9850-19AADF2E7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46B84C-6E46-4D0B-A835-82365F38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D09DBA-5EBC-4A09-BC7A-37887C7F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88EB64-3752-4CB5-8D98-394D69B2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97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F5B85B-A4AE-49F1-B3EE-7EF15AF5A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C1B0EE-6313-4FDE-BEF9-FC5C41E64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A45A55-22C1-482E-B235-97D34084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417C11-8595-473B-BD0D-A85F6A00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4A00EB-83B4-4630-97F9-C5C858A5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1869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3ED58-32F6-420E-A192-844350CE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EB0D73-0B7B-47C6-9EA8-6069B0DA6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E16028-17E1-4BF1-9056-5DBACC20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644EAB-D075-4884-A1D5-EEF403F2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D9DE7E-0A9C-48F0-B5F6-4A34A760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1F2654-AB24-42FA-9375-571D5BD4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678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59B77D-6BD5-464D-B802-17E78AA4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27F9F6-0F55-44AC-BAED-6ECD2742D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0A47B0-892D-4DFA-B221-9367905C8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DEDF99-B883-45BC-8B6D-AFB891A9A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360B61-1F0E-4D99-8B0E-C9E7A1C09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6F073A2-9E15-4470-9D4C-49DD0C3C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2368054-2DD5-4A99-BE18-2422305B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1E94635-DCF6-44B3-9F00-9A8647C6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53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D5D56-7F03-4BBC-A244-39A9D29D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451D3E-5635-4A1B-9B50-CF010210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E7E7AF-20D9-4929-9AC6-4779BA2E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9ED68E-6ECD-4BE1-BCB9-55DC8ACF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9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8E7167-2869-431E-956A-4537D5FA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E5C510B-67DD-4073-BC04-0B2195EA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06AB96-04E6-4885-B490-4BEBF71A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9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4C3239-12F5-4527-9662-021222270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959201-0D11-4D89-97E3-AF23C3C86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1B9830-326C-4F5F-AC1B-9ABA93205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15D610-5882-4772-88C9-C034D2C2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D36E76-70D4-477B-AB8C-E7FEF067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73C032-E7E2-437A-9682-16EFCB2C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795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93DD4-E995-492A-81AA-AA2EE180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52E32-E9E6-43E6-ABE7-A28C5EDA3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D58B37-8903-45A5-B612-6E967B173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DBE969-5C05-4B47-839B-AA143360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5D2FDF-BC60-4E5A-B663-4ADC8B1D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6B362D-DFD8-4A7D-B346-B25D86EA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69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C9674A-4737-423E-A852-FA74F65A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403F32-0329-4CED-BBFC-984F4B3EA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DA9B37-10E5-46F4-BDF7-A5118E783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6D2792-3BE2-4D48-A968-6B0EBFE5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BB5CA-1FC3-49CC-BA84-F364F55A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67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8F346E0-115D-4B30-BB9E-88DDE7BBA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F9B323-1DE0-4147-AEDB-802FA718A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5B2666-ADF5-4AEE-BD06-64B0D067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E397E1-9DB2-4994-9187-60BC8A03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17FF7C-66C0-4B75-95CF-C09FD754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938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cophys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91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pos="52">
          <p15:clr>
            <a:srgbClr val="FBAE40"/>
          </p15:clr>
        </p15:guide>
        <p15:guide id="3" pos="762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B764E23-72B8-4F2E-9370-CB3FA79F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AU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9EEAE7-A981-4776-8703-22AF61F7B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0BC090-EBDE-4E78-AFBA-F3922B9C4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4F481-D077-4D28-809B-C38BF8AE968E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7E690-A031-456F-BD50-2A970C976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B4611A-4578-4B71-A45D-7D461EA7F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35092-9B73-49A6-A0EC-2C8979D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72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1E7E64-B4D4-427D-BA7E-D3499C0C291E}"/>
              </a:ext>
            </a:extLst>
          </p:cNvPr>
          <p:cNvSpPr/>
          <p:nvPr/>
        </p:nvSpPr>
        <p:spPr>
          <a:xfrm>
            <a:off x="3028724" y="1368098"/>
            <a:ext cx="8352000" cy="2650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4352BA-12FE-4C4F-993C-1267D516A1C5}"/>
              </a:ext>
            </a:extLst>
          </p:cNvPr>
          <p:cNvSpPr/>
          <p:nvPr/>
        </p:nvSpPr>
        <p:spPr>
          <a:xfrm>
            <a:off x="3035093" y="4208584"/>
            <a:ext cx="8352000" cy="2650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33B5A-B30E-4010-B2E2-7CAEECE16DC9}"/>
              </a:ext>
            </a:extLst>
          </p:cNvPr>
          <p:cNvSpPr/>
          <p:nvPr/>
        </p:nvSpPr>
        <p:spPr>
          <a:xfrm>
            <a:off x="7040294" y="1357840"/>
            <a:ext cx="1986946" cy="2753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46539-4BCF-4E28-ADAC-F73C2861D737}"/>
              </a:ext>
            </a:extLst>
          </p:cNvPr>
          <p:cNvSpPr/>
          <p:nvPr/>
        </p:nvSpPr>
        <p:spPr>
          <a:xfrm>
            <a:off x="3028724" y="1901196"/>
            <a:ext cx="8352000" cy="2650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B0C06-67E5-422C-AEC2-883E614FE36D}"/>
              </a:ext>
            </a:extLst>
          </p:cNvPr>
          <p:cNvSpPr/>
          <p:nvPr/>
        </p:nvSpPr>
        <p:spPr>
          <a:xfrm>
            <a:off x="3053513" y="3120538"/>
            <a:ext cx="8352000" cy="2644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63C99B8-7E3A-408C-9F8D-4FCD64CB2F94}"/>
              </a:ext>
            </a:extLst>
          </p:cNvPr>
          <p:cNvCxnSpPr/>
          <p:nvPr/>
        </p:nvCxnSpPr>
        <p:spPr>
          <a:xfrm flipH="1">
            <a:off x="10737437" y="1841181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D83B406-AAAA-4CE6-8165-0BF289F19277}"/>
              </a:ext>
            </a:extLst>
          </p:cNvPr>
          <p:cNvCxnSpPr/>
          <p:nvPr/>
        </p:nvCxnSpPr>
        <p:spPr>
          <a:xfrm flipH="1">
            <a:off x="10814681" y="1843269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D94B27A-2EEA-45A9-86B6-070619A1DDC2}"/>
              </a:ext>
            </a:extLst>
          </p:cNvPr>
          <p:cNvCxnSpPr/>
          <p:nvPr/>
        </p:nvCxnSpPr>
        <p:spPr>
          <a:xfrm flipH="1">
            <a:off x="10752295" y="3057479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32D5DD8-E01E-4C9C-B401-A31B61E05B22}"/>
              </a:ext>
            </a:extLst>
          </p:cNvPr>
          <p:cNvCxnSpPr/>
          <p:nvPr/>
        </p:nvCxnSpPr>
        <p:spPr>
          <a:xfrm flipH="1">
            <a:off x="10829539" y="3059567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5FF80FC2-296B-4B53-9E78-BA4C4015CE0E}"/>
              </a:ext>
            </a:extLst>
          </p:cNvPr>
          <p:cNvCxnSpPr/>
          <p:nvPr/>
        </p:nvCxnSpPr>
        <p:spPr>
          <a:xfrm flipH="1">
            <a:off x="10737437" y="4133960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A2DBD6B-587B-4521-A07F-92EF8EAC40E7}"/>
              </a:ext>
            </a:extLst>
          </p:cNvPr>
          <p:cNvCxnSpPr/>
          <p:nvPr/>
        </p:nvCxnSpPr>
        <p:spPr>
          <a:xfrm flipH="1">
            <a:off x="10802155" y="4136048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5984E37-FCC7-492C-B74F-078D05E04BA8}"/>
              </a:ext>
            </a:extLst>
          </p:cNvPr>
          <p:cNvCxnSpPr/>
          <p:nvPr/>
        </p:nvCxnSpPr>
        <p:spPr>
          <a:xfrm flipH="1">
            <a:off x="10737437" y="1321208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DFE75EB-F324-4268-8C73-880B1C93FAA5}"/>
              </a:ext>
            </a:extLst>
          </p:cNvPr>
          <p:cNvCxnSpPr/>
          <p:nvPr/>
        </p:nvCxnSpPr>
        <p:spPr>
          <a:xfrm flipH="1">
            <a:off x="10814681" y="1323296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F8D466D-2929-4FF8-BC23-9EF99070B4E4}"/>
              </a:ext>
            </a:extLst>
          </p:cNvPr>
          <p:cNvSpPr/>
          <p:nvPr/>
        </p:nvSpPr>
        <p:spPr>
          <a:xfrm>
            <a:off x="3044673" y="3676846"/>
            <a:ext cx="8352000" cy="2644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4B3B2F0-BB56-48FF-BB44-402BF8F96777}"/>
              </a:ext>
            </a:extLst>
          </p:cNvPr>
          <p:cNvCxnSpPr/>
          <p:nvPr/>
        </p:nvCxnSpPr>
        <p:spPr>
          <a:xfrm flipH="1">
            <a:off x="10744207" y="3630934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28A4C7D4-89F2-416D-97DC-239A5330D98C}"/>
              </a:ext>
            </a:extLst>
          </p:cNvPr>
          <p:cNvCxnSpPr/>
          <p:nvPr/>
        </p:nvCxnSpPr>
        <p:spPr>
          <a:xfrm flipH="1">
            <a:off x="10821451" y="3633022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0A3F4-B663-4BF2-875B-DCD5D30264B3}"/>
              </a:ext>
            </a:extLst>
          </p:cNvPr>
          <p:cNvSpPr/>
          <p:nvPr/>
        </p:nvSpPr>
        <p:spPr>
          <a:xfrm>
            <a:off x="3043582" y="2525632"/>
            <a:ext cx="8352000" cy="2650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EB92196-CEFD-47C2-8023-192B2B704D89}"/>
              </a:ext>
            </a:extLst>
          </p:cNvPr>
          <p:cNvCxnSpPr/>
          <p:nvPr/>
        </p:nvCxnSpPr>
        <p:spPr>
          <a:xfrm flipH="1">
            <a:off x="10745926" y="2338839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1EE6A18-4C40-4AD8-8661-182CE7E98A96}"/>
              </a:ext>
            </a:extLst>
          </p:cNvPr>
          <p:cNvCxnSpPr/>
          <p:nvPr/>
        </p:nvCxnSpPr>
        <p:spPr>
          <a:xfrm flipH="1">
            <a:off x="10810644" y="2340927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43C2AD7-FBB7-4A5C-95CD-4AE728EF758F}"/>
              </a:ext>
            </a:extLst>
          </p:cNvPr>
          <p:cNvCxnSpPr>
            <a:cxnSpLocks/>
          </p:cNvCxnSpPr>
          <p:nvPr/>
        </p:nvCxnSpPr>
        <p:spPr>
          <a:xfrm flipH="1">
            <a:off x="3023734" y="1385840"/>
            <a:ext cx="230" cy="40680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88030F99-D73A-407D-843F-39D68C8357CB}"/>
              </a:ext>
            </a:extLst>
          </p:cNvPr>
          <p:cNvCxnSpPr>
            <a:cxnSpLocks/>
          </p:cNvCxnSpPr>
          <p:nvPr/>
        </p:nvCxnSpPr>
        <p:spPr>
          <a:xfrm flipH="1">
            <a:off x="7023207" y="1360589"/>
            <a:ext cx="230" cy="41040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25A6F17-84E8-4C55-83BF-F355DAFBC69C}"/>
              </a:ext>
            </a:extLst>
          </p:cNvPr>
          <p:cNvSpPr/>
          <p:nvPr/>
        </p:nvSpPr>
        <p:spPr>
          <a:xfrm>
            <a:off x="3025952" y="1372328"/>
            <a:ext cx="1833362" cy="260852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1D085F-7165-4CD5-914F-41F12C010613}"/>
              </a:ext>
            </a:extLst>
          </p:cNvPr>
          <p:cNvSpPr/>
          <p:nvPr/>
        </p:nvSpPr>
        <p:spPr>
          <a:xfrm>
            <a:off x="4207357" y="1901422"/>
            <a:ext cx="1562349" cy="26485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C64D6D-8911-468A-B0BA-192F1C6BB6FF}"/>
              </a:ext>
            </a:extLst>
          </p:cNvPr>
          <p:cNvSpPr/>
          <p:nvPr/>
        </p:nvSpPr>
        <p:spPr>
          <a:xfrm>
            <a:off x="5188146" y="2520465"/>
            <a:ext cx="1835291" cy="28235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C2374D-B169-477A-9562-119F03AC2D54}"/>
              </a:ext>
            </a:extLst>
          </p:cNvPr>
          <p:cNvSpPr/>
          <p:nvPr/>
        </p:nvSpPr>
        <p:spPr>
          <a:xfrm>
            <a:off x="7023207" y="1896067"/>
            <a:ext cx="1986946" cy="2753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471F81-79DA-4268-BD67-74EB447C432F}"/>
              </a:ext>
            </a:extLst>
          </p:cNvPr>
          <p:cNvSpPr/>
          <p:nvPr/>
        </p:nvSpPr>
        <p:spPr>
          <a:xfrm>
            <a:off x="7032418" y="2513317"/>
            <a:ext cx="1986946" cy="2753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31D8CF-759D-4D36-A129-FC346AB23BC1}"/>
              </a:ext>
            </a:extLst>
          </p:cNvPr>
          <p:cNvSpPr/>
          <p:nvPr/>
        </p:nvSpPr>
        <p:spPr>
          <a:xfrm>
            <a:off x="7031593" y="3659556"/>
            <a:ext cx="1986946" cy="2753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F1FB08-418C-4F0B-94A0-CA069EC9BB5E}"/>
              </a:ext>
            </a:extLst>
          </p:cNvPr>
          <p:cNvSpPr/>
          <p:nvPr/>
        </p:nvSpPr>
        <p:spPr>
          <a:xfrm>
            <a:off x="3025952" y="4198076"/>
            <a:ext cx="1800683" cy="289102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A6B204-8E40-4120-AA41-12B781A392BB}"/>
              </a:ext>
            </a:extLst>
          </p:cNvPr>
          <p:cNvSpPr/>
          <p:nvPr/>
        </p:nvSpPr>
        <p:spPr>
          <a:xfrm>
            <a:off x="3023734" y="4787464"/>
            <a:ext cx="8352000" cy="2650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214155B2-389C-4FB1-ADF0-A955F61E7849}"/>
              </a:ext>
            </a:extLst>
          </p:cNvPr>
          <p:cNvCxnSpPr/>
          <p:nvPr/>
        </p:nvCxnSpPr>
        <p:spPr>
          <a:xfrm flipH="1">
            <a:off x="10726078" y="4712840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2E7348D-3188-4FEA-B44A-4DB366ABAEE2}"/>
              </a:ext>
            </a:extLst>
          </p:cNvPr>
          <p:cNvCxnSpPr/>
          <p:nvPr/>
        </p:nvCxnSpPr>
        <p:spPr>
          <a:xfrm flipH="1">
            <a:off x="10790796" y="4714928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31BCEB4-9B6F-4115-85E3-560EFB8B83C7}"/>
              </a:ext>
            </a:extLst>
          </p:cNvPr>
          <p:cNvSpPr/>
          <p:nvPr/>
        </p:nvSpPr>
        <p:spPr>
          <a:xfrm>
            <a:off x="4151099" y="4786805"/>
            <a:ext cx="1596850" cy="263479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CDA039-9994-44AB-ABE5-36BEBBBF8D1E}"/>
              </a:ext>
            </a:extLst>
          </p:cNvPr>
          <p:cNvSpPr/>
          <p:nvPr/>
        </p:nvSpPr>
        <p:spPr>
          <a:xfrm>
            <a:off x="3023734" y="5367874"/>
            <a:ext cx="8352000" cy="2650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CF4A636-7CD9-424F-8015-35949E8EEFFF}"/>
              </a:ext>
            </a:extLst>
          </p:cNvPr>
          <p:cNvCxnSpPr/>
          <p:nvPr/>
        </p:nvCxnSpPr>
        <p:spPr>
          <a:xfrm flipH="1">
            <a:off x="10726078" y="5293250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587394E-24E0-47C2-93C3-BED69389A726}"/>
              </a:ext>
            </a:extLst>
          </p:cNvPr>
          <p:cNvCxnSpPr/>
          <p:nvPr/>
        </p:nvCxnSpPr>
        <p:spPr>
          <a:xfrm flipH="1">
            <a:off x="10790796" y="5295338"/>
            <a:ext cx="137786" cy="36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D30987B-C0C5-46D7-807E-B356D32929F7}"/>
              </a:ext>
            </a:extLst>
          </p:cNvPr>
          <p:cNvSpPr/>
          <p:nvPr/>
        </p:nvSpPr>
        <p:spPr>
          <a:xfrm>
            <a:off x="5255155" y="5366344"/>
            <a:ext cx="1790536" cy="25804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4A3E776-C112-44BE-B2D5-0AD2C938FEF7}"/>
              </a:ext>
            </a:extLst>
          </p:cNvPr>
          <p:cNvSpPr txBox="1"/>
          <p:nvPr/>
        </p:nvSpPr>
        <p:spPr>
          <a:xfrm>
            <a:off x="2429898" y="3652169"/>
            <a:ext cx="414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HP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A9F948A-02F8-4FC6-9E3B-4D4A964BD745}"/>
              </a:ext>
            </a:extLst>
          </p:cNvPr>
          <p:cNvSpPr txBox="1"/>
          <p:nvPr/>
        </p:nvSpPr>
        <p:spPr>
          <a:xfrm>
            <a:off x="2204043" y="1322060"/>
            <a:ext cx="889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EP+ HP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6F83F77-0941-4C77-857F-1671AE1F56AF}"/>
              </a:ext>
            </a:extLst>
          </p:cNvPr>
          <p:cNvSpPr txBox="1"/>
          <p:nvPr/>
        </p:nvSpPr>
        <p:spPr>
          <a:xfrm>
            <a:off x="2219021" y="1894115"/>
            <a:ext cx="716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IP+ HP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C01FA48-C47D-4283-902F-17BEFCE41BB8}"/>
              </a:ext>
            </a:extLst>
          </p:cNvPr>
          <p:cNvSpPr txBox="1"/>
          <p:nvPr/>
        </p:nvSpPr>
        <p:spPr>
          <a:xfrm>
            <a:off x="2193410" y="2498150"/>
            <a:ext cx="783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LP+ HP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71FFF68-13B5-4579-A167-11D0A619B972}"/>
              </a:ext>
            </a:extLst>
          </p:cNvPr>
          <p:cNvSpPr txBox="1"/>
          <p:nvPr/>
        </p:nvSpPr>
        <p:spPr>
          <a:xfrm>
            <a:off x="2185965" y="3111428"/>
            <a:ext cx="123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control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95EB667-823E-4B6E-856F-F77D382DCCCF}"/>
              </a:ext>
            </a:extLst>
          </p:cNvPr>
          <p:cNvSpPr txBox="1"/>
          <p:nvPr/>
        </p:nvSpPr>
        <p:spPr>
          <a:xfrm>
            <a:off x="2429898" y="4163224"/>
            <a:ext cx="417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EP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BC9E38A-913D-4A5D-87C6-BEB0159D6CD5}"/>
              </a:ext>
            </a:extLst>
          </p:cNvPr>
          <p:cNvSpPr txBox="1"/>
          <p:nvPr/>
        </p:nvSpPr>
        <p:spPr>
          <a:xfrm>
            <a:off x="2452601" y="4788710"/>
            <a:ext cx="37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IP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615894E6-CD21-474D-953E-983B51B4A6DB}"/>
              </a:ext>
            </a:extLst>
          </p:cNvPr>
          <p:cNvSpPr txBox="1"/>
          <p:nvPr/>
        </p:nvSpPr>
        <p:spPr>
          <a:xfrm>
            <a:off x="2397271" y="5291572"/>
            <a:ext cx="413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LP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6FDEEBE-9BD5-476D-8D0B-5D0EC00FC5FF}"/>
              </a:ext>
            </a:extLst>
          </p:cNvPr>
          <p:cNvSpPr txBox="1"/>
          <p:nvPr/>
        </p:nvSpPr>
        <p:spPr>
          <a:xfrm>
            <a:off x="3576534" y="1357832"/>
            <a:ext cx="64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50°Cj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4127CC6-8AC0-4EFB-BF81-E4F6ABA3917C}"/>
              </a:ext>
            </a:extLst>
          </p:cNvPr>
          <p:cNvSpPr txBox="1"/>
          <p:nvPr/>
        </p:nvSpPr>
        <p:spPr>
          <a:xfrm>
            <a:off x="4692932" y="1893888"/>
            <a:ext cx="599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50°Cj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F65A81DB-1161-446E-8D80-054B36C0AB24}"/>
              </a:ext>
            </a:extLst>
          </p:cNvPr>
          <p:cNvSpPr txBox="1"/>
          <p:nvPr/>
        </p:nvSpPr>
        <p:spPr>
          <a:xfrm>
            <a:off x="5416551" y="2511062"/>
            <a:ext cx="630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50°Cj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5B6BF2C8-7A61-460A-8645-132C74A47BAD}"/>
              </a:ext>
            </a:extLst>
          </p:cNvPr>
          <p:cNvSpPr txBox="1"/>
          <p:nvPr/>
        </p:nvSpPr>
        <p:spPr>
          <a:xfrm>
            <a:off x="3419469" y="4181877"/>
            <a:ext cx="1352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50°Cj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C99019BB-57A4-4758-A3A4-97C99C96FAEA}"/>
              </a:ext>
            </a:extLst>
          </p:cNvPr>
          <p:cNvSpPr txBox="1"/>
          <p:nvPr/>
        </p:nvSpPr>
        <p:spPr>
          <a:xfrm>
            <a:off x="4754573" y="4788710"/>
            <a:ext cx="635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50°Cj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063FC0D-3F9F-470C-85CC-B789FFA3A40A}"/>
              </a:ext>
            </a:extLst>
          </p:cNvPr>
          <p:cNvSpPr txBox="1"/>
          <p:nvPr/>
        </p:nvSpPr>
        <p:spPr>
          <a:xfrm>
            <a:off x="3356710" y="1876592"/>
            <a:ext cx="754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35°Cj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61321428-0E34-4CB7-80E6-2E50E97AEFBA}"/>
              </a:ext>
            </a:extLst>
          </p:cNvPr>
          <p:cNvSpPr txBox="1"/>
          <p:nvPr/>
        </p:nvSpPr>
        <p:spPr>
          <a:xfrm>
            <a:off x="5454683" y="1342300"/>
            <a:ext cx="894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70°Cj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8722891-9342-4455-A400-F593EFBF5A64}"/>
              </a:ext>
            </a:extLst>
          </p:cNvPr>
          <p:cNvSpPr txBox="1"/>
          <p:nvPr/>
        </p:nvSpPr>
        <p:spPr>
          <a:xfrm>
            <a:off x="4792016" y="3659556"/>
            <a:ext cx="762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120°Cj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94A785E-7B8D-4247-A177-33B53BDC7208}"/>
              </a:ext>
            </a:extLst>
          </p:cNvPr>
          <p:cNvSpPr txBox="1"/>
          <p:nvPr/>
        </p:nvSpPr>
        <p:spPr>
          <a:xfrm>
            <a:off x="5071305" y="4198182"/>
            <a:ext cx="1475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70°Cj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4BB3E29-8E99-4FD9-ACA0-F7403508B849}"/>
              </a:ext>
            </a:extLst>
          </p:cNvPr>
          <p:cNvSpPr txBox="1"/>
          <p:nvPr/>
        </p:nvSpPr>
        <p:spPr>
          <a:xfrm>
            <a:off x="6183388" y="4765648"/>
            <a:ext cx="88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35°Cj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115D428-8588-4F43-9FF3-619AD357BD6D}"/>
              </a:ext>
            </a:extLst>
          </p:cNvPr>
          <p:cNvSpPr txBox="1"/>
          <p:nvPr/>
        </p:nvSpPr>
        <p:spPr>
          <a:xfrm>
            <a:off x="6107135" y="1896067"/>
            <a:ext cx="758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35°Cj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1D94FED0-A0DE-49D7-B156-392309E8ABD2}"/>
              </a:ext>
            </a:extLst>
          </p:cNvPr>
          <p:cNvSpPr txBox="1"/>
          <p:nvPr/>
        </p:nvSpPr>
        <p:spPr>
          <a:xfrm>
            <a:off x="3381960" y="4779191"/>
            <a:ext cx="1372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35°Cj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7D5F7B5E-5E6C-451D-A2BF-AD339F795171}"/>
              </a:ext>
            </a:extLst>
          </p:cNvPr>
          <p:cNvSpPr txBox="1"/>
          <p:nvPr/>
        </p:nvSpPr>
        <p:spPr>
          <a:xfrm>
            <a:off x="3744911" y="5358755"/>
            <a:ext cx="1475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70°Cj 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103B69B-8C7B-471D-94B2-100E08528F20}"/>
              </a:ext>
            </a:extLst>
          </p:cNvPr>
          <p:cNvSpPr txBox="1"/>
          <p:nvPr/>
        </p:nvSpPr>
        <p:spPr>
          <a:xfrm>
            <a:off x="5575642" y="5368566"/>
            <a:ext cx="130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50°Cj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6EE08FCB-E4F4-4895-8687-83BD41A5D301}"/>
              </a:ext>
            </a:extLst>
          </p:cNvPr>
          <p:cNvSpPr txBox="1"/>
          <p:nvPr/>
        </p:nvSpPr>
        <p:spPr>
          <a:xfrm>
            <a:off x="3829506" y="2503015"/>
            <a:ext cx="593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/>
              <a:t>70°Cj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85DA54DB-5B7A-4E69-9B55-073F2F99DCCF}"/>
              </a:ext>
            </a:extLst>
          </p:cNvPr>
          <p:cNvCxnSpPr/>
          <p:nvPr/>
        </p:nvCxnSpPr>
        <p:spPr>
          <a:xfrm>
            <a:off x="3043582" y="1281295"/>
            <a:ext cx="3875258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EF044137-CE48-4693-8496-75F02DDF480F}"/>
              </a:ext>
            </a:extLst>
          </p:cNvPr>
          <p:cNvSpPr txBox="1"/>
          <p:nvPr/>
        </p:nvSpPr>
        <p:spPr>
          <a:xfrm>
            <a:off x="3062837" y="934008"/>
            <a:ext cx="3718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/>
              <a:t>120°Cj = même durée pour toutes les modalités</a:t>
            </a:r>
          </a:p>
        </p:txBody>
      </p:sp>
      <p:sp>
        <p:nvSpPr>
          <p:cNvPr id="76" name="Étoile : 5 branches 75">
            <a:extLst>
              <a:ext uri="{FF2B5EF4-FFF2-40B4-BE49-F238E27FC236}">
                <a16:creationId xmlns:a16="http://schemas.microsoft.com/office/drawing/2014/main" id="{709666C6-B7E8-4A2D-B24D-4E4DD521DEAC}"/>
              </a:ext>
            </a:extLst>
          </p:cNvPr>
          <p:cNvSpPr/>
          <p:nvPr/>
        </p:nvSpPr>
        <p:spPr>
          <a:xfrm>
            <a:off x="11265296" y="1281295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7" name="Étoile : 5 branches 76">
            <a:extLst>
              <a:ext uri="{FF2B5EF4-FFF2-40B4-BE49-F238E27FC236}">
                <a16:creationId xmlns:a16="http://schemas.microsoft.com/office/drawing/2014/main" id="{8E7AF5BA-768D-43CC-92EF-B96D9F5B63E8}"/>
              </a:ext>
            </a:extLst>
          </p:cNvPr>
          <p:cNvSpPr/>
          <p:nvPr/>
        </p:nvSpPr>
        <p:spPr>
          <a:xfrm>
            <a:off x="11281389" y="1831881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8" name="Étoile : 5 branches 77">
            <a:extLst>
              <a:ext uri="{FF2B5EF4-FFF2-40B4-BE49-F238E27FC236}">
                <a16:creationId xmlns:a16="http://schemas.microsoft.com/office/drawing/2014/main" id="{971A76C5-EFC7-4A72-ADDC-1D9D830EB067}"/>
              </a:ext>
            </a:extLst>
          </p:cNvPr>
          <p:cNvSpPr/>
          <p:nvPr/>
        </p:nvSpPr>
        <p:spPr>
          <a:xfrm>
            <a:off x="11295536" y="2491599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Étoile : 5 branches 78">
            <a:extLst>
              <a:ext uri="{FF2B5EF4-FFF2-40B4-BE49-F238E27FC236}">
                <a16:creationId xmlns:a16="http://schemas.microsoft.com/office/drawing/2014/main" id="{E1A12BDF-3C4A-4D33-88CF-8339AF38EBD8}"/>
              </a:ext>
            </a:extLst>
          </p:cNvPr>
          <p:cNvSpPr/>
          <p:nvPr/>
        </p:nvSpPr>
        <p:spPr>
          <a:xfrm>
            <a:off x="11308694" y="3102156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Étoile : 5 branches 79">
            <a:extLst>
              <a:ext uri="{FF2B5EF4-FFF2-40B4-BE49-F238E27FC236}">
                <a16:creationId xmlns:a16="http://schemas.microsoft.com/office/drawing/2014/main" id="{4D42D2C3-EA89-49D2-925E-A551C25E8363}"/>
              </a:ext>
            </a:extLst>
          </p:cNvPr>
          <p:cNvSpPr/>
          <p:nvPr/>
        </p:nvSpPr>
        <p:spPr>
          <a:xfrm>
            <a:off x="11238665" y="4157368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1" name="Étoile : 5 branches 80">
            <a:extLst>
              <a:ext uri="{FF2B5EF4-FFF2-40B4-BE49-F238E27FC236}">
                <a16:creationId xmlns:a16="http://schemas.microsoft.com/office/drawing/2014/main" id="{2356C0EF-F9F6-422E-94C7-416F14CEBC83}"/>
              </a:ext>
            </a:extLst>
          </p:cNvPr>
          <p:cNvSpPr/>
          <p:nvPr/>
        </p:nvSpPr>
        <p:spPr>
          <a:xfrm>
            <a:off x="11261997" y="4671878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2" name="Étoile : 5 branches 81">
            <a:extLst>
              <a:ext uri="{FF2B5EF4-FFF2-40B4-BE49-F238E27FC236}">
                <a16:creationId xmlns:a16="http://schemas.microsoft.com/office/drawing/2014/main" id="{FEB43E40-D1FE-44EA-BF99-368CD6B44D21}"/>
              </a:ext>
            </a:extLst>
          </p:cNvPr>
          <p:cNvSpPr/>
          <p:nvPr/>
        </p:nvSpPr>
        <p:spPr>
          <a:xfrm>
            <a:off x="11299348" y="5268632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3" name="Étoile : 5 branches 82">
            <a:extLst>
              <a:ext uri="{FF2B5EF4-FFF2-40B4-BE49-F238E27FC236}">
                <a16:creationId xmlns:a16="http://schemas.microsoft.com/office/drawing/2014/main" id="{9AE1CE9C-2B74-4C0B-BEDE-6DED572C9F13}"/>
              </a:ext>
            </a:extLst>
          </p:cNvPr>
          <p:cNvSpPr/>
          <p:nvPr/>
        </p:nvSpPr>
        <p:spPr>
          <a:xfrm>
            <a:off x="11303073" y="3562539"/>
            <a:ext cx="225507" cy="233005"/>
          </a:xfrm>
          <a:prstGeom prst="star5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3EE22CD7-01B6-4AF5-B090-12F929591ECF}"/>
              </a:ext>
            </a:extLst>
          </p:cNvPr>
          <p:cNvSpPr txBox="1"/>
          <p:nvPr/>
        </p:nvSpPr>
        <p:spPr>
          <a:xfrm>
            <a:off x="3816810" y="3090366"/>
            <a:ext cx="576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/>
              <a:t>50°Cj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850C6571-3C5F-4BF8-AFC6-210ED2D548A6}"/>
              </a:ext>
            </a:extLst>
          </p:cNvPr>
          <p:cNvSpPr txBox="1"/>
          <p:nvPr/>
        </p:nvSpPr>
        <p:spPr>
          <a:xfrm>
            <a:off x="5000964" y="3109685"/>
            <a:ext cx="655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/>
              <a:t>35°Cj</a:t>
            </a:r>
          </a:p>
          <a:p>
            <a:r>
              <a:rPr lang="en-AU" sz="1400" b="1"/>
              <a:t> 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D4C87610-9F24-48F4-BB0B-8AC1DD25C418}"/>
              </a:ext>
            </a:extLst>
          </p:cNvPr>
          <p:cNvSpPr txBox="1"/>
          <p:nvPr/>
        </p:nvSpPr>
        <p:spPr>
          <a:xfrm>
            <a:off x="6055687" y="3096118"/>
            <a:ext cx="702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/>
              <a:t>35°Cj 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17D6E82E-F605-491B-BD0C-A93E2E6C101C}"/>
              </a:ext>
            </a:extLst>
          </p:cNvPr>
          <p:cNvSpPr/>
          <p:nvPr/>
        </p:nvSpPr>
        <p:spPr>
          <a:xfrm>
            <a:off x="2868233" y="3130693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S0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B182C593-4886-41AA-B72B-7AF63536D023}"/>
              </a:ext>
            </a:extLst>
          </p:cNvPr>
          <p:cNvSpPr/>
          <p:nvPr/>
        </p:nvSpPr>
        <p:spPr>
          <a:xfrm>
            <a:off x="4705073" y="1385391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3C1251E3-611E-43E1-8592-5BF84C411B70}"/>
              </a:ext>
            </a:extLst>
          </p:cNvPr>
          <p:cNvSpPr/>
          <p:nvPr/>
        </p:nvSpPr>
        <p:spPr>
          <a:xfrm>
            <a:off x="4725233" y="3138090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8A7FE29-864E-49D3-9355-EF6E0FB5103A}"/>
              </a:ext>
            </a:extLst>
          </p:cNvPr>
          <p:cNvSpPr/>
          <p:nvPr/>
        </p:nvSpPr>
        <p:spPr>
          <a:xfrm>
            <a:off x="5557284" y="1895019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5556C91A-8DEE-4EDF-9E42-CDCB75052B71}"/>
              </a:ext>
            </a:extLst>
          </p:cNvPr>
          <p:cNvSpPr/>
          <p:nvPr/>
        </p:nvSpPr>
        <p:spPr>
          <a:xfrm>
            <a:off x="5682335" y="3123280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S4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BD21593-76FC-4AE4-9DD9-44AD201B1F45}"/>
              </a:ext>
            </a:extLst>
          </p:cNvPr>
          <p:cNvSpPr/>
          <p:nvPr/>
        </p:nvSpPr>
        <p:spPr>
          <a:xfrm>
            <a:off x="6830196" y="1396535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S5</a:t>
            </a:r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C9F167DF-0D4C-46AB-AD9D-19EDDA986AB6}"/>
              </a:ext>
            </a:extLst>
          </p:cNvPr>
          <p:cNvSpPr/>
          <p:nvPr/>
        </p:nvSpPr>
        <p:spPr>
          <a:xfrm>
            <a:off x="6858806" y="1911852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S5</a:t>
            </a: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DDDE50BC-9886-469D-BECA-537A52079535}"/>
              </a:ext>
            </a:extLst>
          </p:cNvPr>
          <p:cNvSpPr/>
          <p:nvPr/>
        </p:nvSpPr>
        <p:spPr>
          <a:xfrm>
            <a:off x="6879311" y="2528030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S5</a:t>
            </a: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9AD9219F-8C92-43BD-B311-C6D7D73492EA}"/>
              </a:ext>
            </a:extLst>
          </p:cNvPr>
          <p:cNvSpPr/>
          <p:nvPr/>
        </p:nvSpPr>
        <p:spPr>
          <a:xfrm>
            <a:off x="6888012" y="3140894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S6</a:t>
            </a:r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77210F95-C4FD-44A9-BBB2-D40EC124F344}"/>
              </a:ext>
            </a:extLst>
          </p:cNvPr>
          <p:cNvSpPr/>
          <p:nvPr/>
        </p:nvSpPr>
        <p:spPr>
          <a:xfrm>
            <a:off x="7915041" y="1380370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S7</a:t>
            </a:r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42B90485-7676-459E-94A8-9E6E19AACFDB}"/>
              </a:ext>
            </a:extLst>
          </p:cNvPr>
          <p:cNvSpPr/>
          <p:nvPr/>
        </p:nvSpPr>
        <p:spPr>
          <a:xfrm>
            <a:off x="7915041" y="1901532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S7</a:t>
            </a:r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4A137C38-B450-4B30-BE57-769BE3A3122E}"/>
              </a:ext>
            </a:extLst>
          </p:cNvPr>
          <p:cNvSpPr/>
          <p:nvPr/>
        </p:nvSpPr>
        <p:spPr>
          <a:xfrm>
            <a:off x="7936297" y="2511658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S7</a:t>
            </a:r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DC40A63E-7400-4719-8BC7-A68D1A1C38F6}"/>
              </a:ext>
            </a:extLst>
          </p:cNvPr>
          <p:cNvSpPr/>
          <p:nvPr/>
        </p:nvSpPr>
        <p:spPr>
          <a:xfrm>
            <a:off x="7998381" y="4215489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S7</a:t>
            </a:r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7B62FDA3-B41A-42B1-8AFE-088CCF31BFD4}"/>
              </a:ext>
            </a:extLst>
          </p:cNvPr>
          <p:cNvSpPr/>
          <p:nvPr/>
        </p:nvSpPr>
        <p:spPr>
          <a:xfrm>
            <a:off x="8031038" y="4789517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S7</a:t>
            </a:r>
          </a:p>
        </p:txBody>
      </p:sp>
      <p:sp>
        <p:nvSpPr>
          <p:cNvPr id="137" name="Ellipse 136">
            <a:extLst>
              <a:ext uri="{FF2B5EF4-FFF2-40B4-BE49-F238E27FC236}">
                <a16:creationId xmlns:a16="http://schemas.microsoft.com/office/drawing/2014/main" id="{7138FC38-2657-4EE2-AB0A-41E984DB8B84}"/>
              </a:ext>
            </a:extLst>
          </p:cNvPr>
          <p:cNvSpPr/>
          <p:nvPr/>
        </p:nvSpPr>
        <p:spPr>
          <a:xfrm>
            <a:off x="8033767" y="5376373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S7</a:t>
            </a:r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015BFDAD-0F75-4269-AFBF-24813B912664}"/>
              </a:ext>
            </a:extLst>
          </p:cNvPr>
          <p:cNvSpPr/>
          <p:nvPr/>
        </p:nvSpPr>
        <p:spPr>
          <a:xfrm>
            <a:off x="7999202" y="3123349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S8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BC83023C-4ED2-419A-8F56-6A433A61923E}"/>
              </a:ext>
            </a:extLst>
          </p:cNvPr>
          <p:cNvSpPr/>
          <p:nvPr/>
        </p:nvSpPr>
        <p:spPr>
          <a:xfrm>
            <a:off x="7989126" y="3671536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S8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431140CC-86FB-4A72-9502-6A2D7F58D10D}"/>
              </a:ext>
            </a:extLst>
          </p:cNvPr>
          <p:cNvSpPr/>
          <p:nvPr/>
        </p:nvSpPr>
        <p:spPr>
          <a:xfrm>
            <a:off x="8856023" y="2528030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S9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F3569B87-310B-4A35-84AB-E70604AC8ED9}"/>
              </a:ext>
            </a:extLst>
          </p:cNvPr>
          <p:cNvSpPr/>
          <p:nvPr/>
        </p:nvSpPr>
        <p:spPr>
          <a:xfrm>
            <a:off x="9021657" y="4210905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S9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8ADB0DD8-83F8-456B-9551-E508FB1714EE}"/>
              </a:ext>
            </a:extLst>
          </p:cNvPr>
          <p:cNvSpPr/>
          <p:nvPr/>
        </p:nvSpPr>
        <p:spPr>
          <a:xfrm>
            <a:off x="9021149" y="4794536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S9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9016A970-403F-4171-B8A3-4394E4703CE3}"/>
              </a:ext>
            </a:extLst>
          </p:cNvPr>
          <p:cNvSpPr/>
          <p:nvPr/>
        </p:nvSpPr>
        <p:spPr>
          <a:xfrm>
            <a:off x="9062119" y="5366344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S9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42A0CBDE-3B26-4535-B540-B4C4FEE3DFF2}"/>
              </a:ext>
            </a:extLst>
          </p:cNvPr>
          <p:cNvSpPr/>
          <p:nvPr/>
        </p:nvSpPr>
        <p:spPr>
          <a:xfrm>
            <a:off x="8856023" y="1902842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S9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1FA905A0-383C-41F9-BDC5-47AA7ED139A7}"/>
              </a:ext>
            </a:extLst>
          </p:cNvPr>
          <p:cNvSpPr/>
          <p:nvPr/>
        </p:nvSpPr>
        <p:spPr>
          <a:xfrm>
            <a:off x="8877657" y="1356260"/>
            <a:ext cx="304564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S9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54EC8765-5AFB-454B-9D76-086EC259909D}"/>
              </a:ext>
            </a:extLst>
          </p:cNvPr>
          <p:cNvSpPr/>
          <p:nvPr/>
        </p:nvSpPr>
        <p:spPr>
          <a:xfrm>
            <a:off x="8823562" y="3125998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S10</a:t>
            </a:r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51C957D8-C91D-46D8-AA8D-BF1C19AE09D0}"/>
              </a:ext>
            </a:extLst>
          </p:cNvPr>
          <p:cNvSpPr/>
          <p:nvPr/>
        </p:nvSpPr>
        <p:spPr>
          <a:xfrm>
            <a:off x="8864111" y="3671535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S10</a:t>
            </a:r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B19E5C5C-B82F-4CDD-8CED-D1D9551C19B0}"/>
              </a:ext>
            </a:extLst>
          </p:cNvPr>
          <p:cNvSpPr/>
          <p:nvPr/>
        </p:nvSpPr>
        <p:spPr>
          <a:xfrm>
            <a:off x="11092670" y="1522198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6F302B6B-8AEA-48B1-A0DB-4E3211E60DCF}"/>
              </a:ext>
            </a:extLst>
          </p:cNvPr>
          <p:cNvSpPr/>
          <p:nvPr/>
        </p:nvSpPr>
        <p:spPr>
          <a:xfrm>
            <a:off x="11105711" y="2108743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9DA19132-AAF2-4B8E-88C8-22AF13B9860A}"/>
              </a:ext>
            </a:extLst>
          </p:cNvPr>
          <p:cNvSpPr/>
          <p:nvPr/>
        </p:nvSpPr>
        <p:spPr>
          <a:xfrm>
            <a:off x="11113476" y="2686276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56" name="Ellipse 155">
            <a:extLst>
              <a:ext uri="{FF2B5EF4-FFF2-40B4-BE49-F238E27FC236}">
                <a16:creationId xmlns:a16="http://schemas.microsoft.com/office/drawing/2014/main" id="{86E80248-F3C9-4287-80DB-F0B06574CA5E}"/>
              </a:ext>
            </a:extLst>
          </p:cNvPr>
          <p:cNvSpPr/>
          <p:nvPr/>
        </p:nvSpPr>
        <p:spPr>
          <a:xfrm>
            <a:off x="11132881" y="3300010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57" name="Ellipse 156">
            <a:extLst>
              <a:ext uri="{FF2B5EF4-FFF2-40B4-BE49-F238E27FC236}">
                <a16:creationId xmlns:a16="http://schemas.microsoft.com/office/drawing/2014/main" id="{FEE52584-0E87-4735-A4AB-DB464009D5D7}"/>
              </a:ext>
            </a:extLst>
          </p:cNvPr>
          <p:cNvSpPr/>
          <p:nvPr/>
        </p:nvSpPr>
        <p:spPr>
          <a:xfrm>
            <a:off x="11184272" y="3802610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2EE8CEA3-6BEA-4634-B403-537660CBCA51}"/>
              </a:ext>
            </a:extLst>
          </p:cNvPr>
          <p:cNvSpPr/>
          <p:nvPr/>
        </p:nvSpPr>
        <p:spPr>
          <a:xfrm>
            <a:off x="11127656" y="4334913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59" name="Ellipse 158">
            <a:extLst>
              <a:ext uri="{FF2B5EF4-FFF2-40B4-BE49-F238E27FC236}">
                <a16:creationId xmlns:a16="http://schemas.microsoft.com/office/drawing/2014/main" id="{D796EACB-1456-4C08-87C0-C439392D85BD}"/>
              </a:ext>
            </a:extLst>
          </p:cNvPr>
          <p:cNvSpPr/>
          <p:nvPr/>
        </p:nvSpPr>
        <p:spPr>
          <a:xfrm>
            <a:off x="11161317" y="4865823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60" name="Ellipse 159">
            <a:extLst>
              <a:ext uri="{FF2B5EF4-FFF2-40B4-BE49-F238E27FC236}">
                <a16:creationId xmlns:a16="http://schemas.microsoft.com/office/drawing/2014/main" id="{6255546B-BD5C-46AA-A234-95E45B05FD2E}"/>
              </a:ext>
            </a:extLst>
          </p:cNvPr>
          <p:cNvSpPr/>
          <p:nvPr/>
        </p:nvSpPr>
        <p:spPr>
          <a:xfrm>
            <a:off x="11111848" y="5573660"/>
            <a:ext cx="461602" cy="24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600"/>
              <a:t>S11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D5260EDE-4B98-441F-A7C9-DA414B0D0DEC}"/>
              </a:ext>
            </a:extLst>
          </p:cNvPr>
          <p:cNvSpPr txBox="1"/>
          <p:nvPr/>
        </p:nvSpPr>
        <p:spPr>
          <a:xfrm>
            <a:off x="151002" y="1118674"/>
            <a:ext cx="19229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S0= 24/04/2024</a:t>
            </a:r>
          </a:p>
          <a:p>
            <a:r>
              <a:rPr lang="en-AU" sz="1200"/>
              <a:t>S1=27/04/2024</a:t>
            </a:r>
          </a:p>
          <a:p>
            <a:r>
              <a:rPr lang="en-AU" sz="1200"/>
              <a:t>S2=29/04/2024</a:t>
            </a:r>
          </a:p>
          <a:p>
            <a:r>
              <a:rPr lang="en-AU" sz="1200"/>
              <a:t>S3=30/04/2024</a:t>
            </a:r>
          </a:p>
          <a:p>
            <a:r>
              <a:rPr lang="en-AU" sz="1200"/>
              <a:t>S4=02/05/2024</a:t>
            </a:r>
          </a:p>
          <a:p>
            <a:r>
              <a:rPr lang="en-AU" sz="1200"/>
              <a:t>S5=03/05/2024</a:t>
            </a:r>
          </a:p>
          <a:p>
            <a:r>
              <a:rPr lang="en-AU" sz="1200"/>
              <a:t>S6=05/05/2024</a:t>
            </a:r>
          </a:p>
          <a:p>
            <a:r>
              <a:rPr lang="en-AU" sz="1200"/>
              <a:t>S7=05/05/2024 (omics)</a:t>
            </a:r>
          </a:p>
          <a:p>
            <a:r>
              <a:rPr lang="en-AU" sz="1200"/>
              <a:t>S8=07/05/2024 (omics)</a:t>
            </a:r>
          </a:p>
          <a:p>
            <a:r>
              <a:rPr lang="en-AU" sz="1200"/>
              <a:t>S9=07/05/2024</a:t>
            </a:r>
          </a:p>
          <a:p>
            <a:r>
              <a:rPr lang="en-AU" sz="1200"/>
              <a:t>S10=09/05/2024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A672DD16-1524-4479-AFFA-98827771C6C5}"/>
              </a:ext>
            </a:extLst>
          </p:cNvPr>
          <p:cNvSpPr txBox="1"/>
          <p:nvPr/>
        </p:nvSpPr>
        <p:spPr>
          <a:xfrm>
            <a:off x="357809" y="159026"/>
            <a:ext cx="5196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Cadre </a:t>
            </a:r>
            <a:r>
              <a:rPr lang="en-AU" err="1"/>
              <a:t>théorique</a:t>
            </a:r>
            <a:r>
              <a:rPr lang="en-AU"/>
              <a:t> du </a:t>
            </a:r>
            <a:r>
              <a:rPr lang="en-AU" err="1"/>
              <a:t>protocole</a:t>
            </a:r>
            <a:r>
              <a:rPr lang="en-AU"/>
              <a:t> </a:t>
            </a:r>
          </a:p>
        </p:txBody>
      </p: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E4E986C3-E0EE-497F-8510-857BED1715F0}"/>
              </a:ext>
            </a:extLst>
          </p:cNvPr>
          <p:cNvCxnSpPr>
            <a:cxnSpLocks/>
          </p:cNvCxnSpPr>
          <p:nvPr/>
        </p:nvCxnSpPr>
        <p:spPr>
          <a:xfrm>
            <a:off x="7080910" y="1281295"/>
            <a:ext cx="198120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ZoneTexte 111">
            <a:extLst>
              <a:ext uri="{FF2B5EF4-FFF2-40B4-BE49-F238E27FC236}">
                <a16:creationId xmlns:a16="http://schemas.microsoft.com/office/drawing/2014/main" id="{475CD5DB-6471-40BC-8A32-83357C27D8A5}"/>
              </a:ext>
            </a:extLst>
          </p:cNvPr>
          <p:cNvSpPr txBox="1"/>
          <p:nvPr/>
        </p:nvSpPr>
        <p:spPr>
          <a:xfrm>
            <a:off x="7134760" y="938970"/>
            <a:ext cx="184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5 jours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EEC33AA-6BA7-4554-9D49-309510BFDA78}"/>
              </a:ext>
            </a:extLst>
          </p:cNvPr>
          <p:cNvSpPr/>
          <p:nvPr/>
        </p:nvSpPr>
        <p:spPr>
          <a:xfrm>
            <a:off x="238404" y="5995543"/>
            <a:ext cx="108000" cy="10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2F59DF4-AB9C-4966-9EAF-4F1F7E5E2581}"/>
              </a:ext>
            </a:extLst>
          </p:cNvPr>
          <p:cNvSpPr/>
          <p:nvPr/>
        </p:nvSpPr>
        <p:spPr>
          <a:xfrm>
            <a:off x="243119" y="6417928"/>
            <a:ext cx="108000" cy="10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BB2E9CC4-A57F-4939-A141-7643D6256820}"/>
              </a:ext>
            </a:extLst>
          </p:cNvPr>
          <p:cNvSpPr txBox="1"/>
          <p:nvPr/>
        </p:nvSpPr>
        <p:spPr>
          <a:xfrm>
            <a:off x="338371" y="5924371"/>
            <a:ext cx="2597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/>
              <a:t>Natural temperature</a:t>
            </a:r>
          </a:p>
          <a:p>
            <a:endParaRPr lang="fr-FR" sz="1200" b="1"/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ED213132-4D71-4AD2-ABD4-E7A205856FA9}"/>
              </a:ext>
            </a:extLst>
          </p:cNvPr>
          <p:cNvSpPr txBox="1"/>
          <p:nvPr/>
        </p:nvSpPr>
        <p:spPr>
          <a:xfrm>
            <a:off x="365727" y="6343368"/>
            <a:ext cx="2107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err="1"/>
              <a:t>Moderate</a:t>
            </a:r>
            <a:r>
              <a:rPr lang="fr-FR" sz="1200" b="1"/>
              <a:t>  stress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09B54DC-C93B-4871-8C58-F17321182267}"/>
              </a:ext>
            </a:extLst>
          </p:cNvPr>
          <p:cNvSpPr/>
          <p:nvPr/>
        </p:nvSpPr>
        <p:spPr>
          <a:xfrm>
            <a:off x="254651" y="6202636"/>
            <a:ext cx="108000" cy="10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403F2B6B-EEF0-44EE-B7BE-BE069C127A7F}"/>
              </a:ext>
            </a:extLst>
          </p:cNvPr>
          <p:cNvSpPr txBox="1"/>
          <p:nvPr/>
        </p:nvSpPr>
        <p:spPr>
          <a:xfrm>
            <a:off x="377969" y="6124613"/>
            <a:ext cx="2107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/>
              <a:t>Heat Peaks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89AB80E7-9E9F-4E5F-90C7-7AAA4539542D}"/>
              </a:ext>
            </a:extLst>
          </p:cNvPr>
          <p:cNvCxnSpPr/>
          <p:nvPr/>
        </p:nvCxnSpPr>
        <p:spPr>
          <a:xfrm>
            <a:off x="7021621" y="805070"/>
            <a:ext cx="0" cy="47622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01141BDF-C946-4929-80AC-998CC01C6103}"/>
              </a:ext>
            </a:extLst>
          </p:cNvPr>
          <p:cNvSpPr txBox="1"/>
          <p:nvPr/>
        </p:nvSpPr>
        <p:spPr>
          <a:xfrm>
            <a:off x="4970833" y="61912"/>
            <a:ext cx="42113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/>
              <a:t>même âge des plantes </a:t>
            </a:r>
          </a:p>
          <a:p>
            <a:pPr algn="ctr"/>
            <a:r>
              <a:rPr lang="fr-FR" sz="1400" b="1"/>
              <a:t>en temps thermique au moment du second stress</a:t>
            </a:r>
          </a:p>
          <a:p>
            <a:pPr algn="ctr"/>
            <a:r>
              <a:rPr lang="fr-FR" sz="1400" b="1"/>
              <a:t>Pour toutes les modalités </a:t>
            </a:r>
          </a:p>
        </p:txBody>
      </p:sp>
    </p:spTree>
    <p:extLst>
      <p:ext uri="{BB962C8B-B14F-4D97-AF65-F5344CB8AC3E}">
        <p14:creationId xmlns:p14="http://schemas.microsoft.com/office/powerpoint/2010/main" val="7357146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3949f9-7844-4f50-b701-293f72ccf78e">
      <Terms xmlns="http://schemas.microsoft.com/office/infopath/2007/PartnerControls"/>
    </lcf76f155ced4ddcb4097134ff3c332f>
    <TaxCatchAll xmlns="58970ea8-89da-41d8-865c-b524ab351c1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1F506EFA87D34FAEA8EAAF8134890B" ma:contentTypeVersion="11" ma:contentTypeDescription="Crée un document." ma:contentTypeScope="" ma:versionID="92294cbdcf801b801bbf5c31a73d9051">
  <xsd:schema xmlns:xsd="http://www.w3.org/2001/XMLSchema" xmlns:xs="http://www.w3.org/2001/XMLSchema" xmlns:p="http://schemas.microsoft.com/office/2006/metadata/properties" xmlns:ns2="a53949f9-7844-4f50-b701-293f72ccf78e" xmlns:ns3="58970ea8-89da-41d8-865c-b524ab351c17" targetNamespace="http://schemas.microsoft.com/office/2006/metadata/properties" ma:root="true" ma:fieldsID="ea143c813358a8785fc42bc311b15c6e" ns2:_="" ns3:_="">
    <xsd:import namespace="a53949f9-7844-4f50-b701-293f72ccf78e"/>
    <xsd:import namespace="58970ea8-89da-41d8-865c-b524ab351c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3949f9-7844-4f50-b701-293f72ccf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d417cb3-2750-492f-8db0-46aaf8d22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970ea8-89da-41d8-865c-b524ab351c1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506d69f-f5ba-40ab-b9dc-e8c1f536f611}" ma:internalName="TaxCatchAll" ma:showField="CatchAllData" ma:web="58970ea8-89da-41d8-865c-b524ab351c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41E4B7-B627-4808-824B-41AF2D142232}">
  <ds:schemaRefs>
    <ds:schemaRef ds:uri="58970ea8-89da-41d8-865c-b524ab351c17"/>
    <ds:schemaRef ds:uri="a53949f9-7844-4f50-b701-293f72ccf78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8A2A312-EBB8-4D26-856B-DDCC2D6B26C7}">
  <ds:schemaRefs>
    <ds:schemaRef ds:uri="58970ea8-89da-41d8-865c-b524ab351c17"/>
    <ds:schemaRef ds:uri="a53949f9-7844-4f50-b701-293f72ccf7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2C227B-7794-4FD3-A1A8-9113D0DD89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Thème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Sophie Brunel-Muguet</dc:creator>
  <cp:revision>1</cp:revision>
  <cp:lastPrinted>2024-10-10T12:19:20Z</cp:lastPrinted>
  <dcterms:created xsi:type="dcterms:W3CDTF">2024-10-10T09:18:00Z</dcterms:created>
  <dcterms:modified xsi:type="dcterms:W3CDTF">2026-01-25T15:00:56Z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0x0101009A1F506EFA87D34FAEA8EAAF8134890B</vt:lpwstr>
  </property>
  <property fmtid="{D5CDD505-2E9C-101B-9397-08002B2CF9AE}" pid="3" name="MediaServiceImageTags">
    <vt:lpwstr/>
  </property>
</Properties>
</file>